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3" r:id="rId3"/>
    <p:sldId id="265" r:id="rId4"/>
    <p:sldId id="259" r:id="rId5"/>
    <p:sldId id="262" r:id="rId6"/>
    <p:sldId id="264" r:id="rId7"/>
    <p:sldId id="258" r:id="rId8"/>
    <p:sldId id="257" r:id="rId9"/>
    <p:sldId id="261" r:id="rId10"/>
    <p:sldId id="260" r:id="rId11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784"/>
    <p:restoredTop sz="94676"/>
  </p:normalViewPr>
  <p:slideViewPr>
    <p:cSldViewPr snapToGrid="0">
      <p:cViewPr varScale="1">
        <p:scale>
          <a:sx n="114" d="100"/>
          <a:sy n="114" d="100"/>
        </p:scale>
        <p:origin x="32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drea Rachetta" userId="3a2c5561bb970755" providerId="LiveId" clId="{805E4DB1-705A-50E0-B424-A84FD78E91DA}"/>
    <pc:docChg chg="undo redo custSel addSld delSld modSld sldOrd">
      <pc:chgData name="Andrea Rachetta" userId="3a2c5561bb970755" providerId="LiveId" clId="{805E4DB1-705A-50E0-B424-A84FD78E91DA}" dt="2026-04-29T12:48:32.253" v="216" actId="313"/>
      <pc:docMkLst>
        <pc:docMk/>
      </pc:docMkLst>
      <pc:sldChg chg="modSp mod">
        <pc:chgData name="Andrea Rachetta" userId="3a2c5561bb970755" providerId="LiveId" clId="{805E4DB1-705A-50E0-B424-A84FD78E91DA}" dt="2026-04-29T12:45:28.926" v="212" actId="20577"/>
        <pc:sldMkLst>
          <pc:docMk/>
          <pc:sldMk cId="2113920818" sldId="256"/>
        </pc:sldMkLst>
        <pc:spChg chg="mod">
          <ac:chgData name="Andrea Rachetta" userId="3a2c5561bb970755" providerId="LiveId" clId="{805E4DB1-705A-50E0-B424-A84FD78E91DA}" dt="2026-04-29T12:45:28.926" v="212" actId="20577"/>
          <ac:spMkLst>
            <pc:docMk/>
            <pc:sldMk cId="2113920818" sldId="256"/>
            <ac:spMk id="2" creationId="{05F6E05C-72BD-D001-461A-E93C51499370}"/>
          </ac:spMkLst>
        </pc:spChg>
      </pc:sldChg>
      <pc:sldChg chg="modSp mod">
        <pc:chgData name="Andrea Rachetta" userId="3a2c5561bb970755" providerId="LiveId" clId="{805E4DB1-705A-50E0-B424-A84FD78E91DA}" dt="2026-04-29T12:43:27.651" v="76" actId="20577"/>
        <pc:sldMkLst>
          <pc:docMk/>
          <pc:sldMk cId="3302425188" sldId="257"/>
        </pc:sldMkLst>
        <pc:spChg chg="mod">
          <ac:chgData name="Andrea Rachetta" userId="3a2c5561bb970755" providerId="LiveId" clId="{805E4DB1-705A-50E0-B424-A84FD78E91DA}" dt="2026-04-29T12:43:27.651" v="76" actId="20577"/>
          <ac:spMkLst>
            <pc:docMk/>
            <pc:sldMk cId="3302425188" sldId="257"/>
            <ac:spMk id="2" creationId="{DD163EE9-1C54-8ABB-5373-78CD1F562598}"/>
          </ac:spMkLst>
        </pc:spChg>
        <pc:picChg chg="mod">
          <ac:chgData name="Andrea Rachetta" userId="3a2c5561bb970755" providerId="LiveId" clId="{805E4DB1-705A-50E0-B424-A84FD78E91DA}" dt="2026-04-29T12:42:53.727" v="48" actId="1076"/>
          <ac:picMkLst>
            <pc:docMk/>
            <pc:sldMk cId="3302425188" sldId="257"/>
            <ac:picMk id="11" creationId="{0FAAEDF8-9F93-5AEE-4ACC-8BC3A7DB91E1}"/>
          </ac:picMkLst>
        </pc:picChg>
      </pc:sldChg>
      <pc:sldChg chg="modSp mod">
        <pc:chgData name="Andrea Rachetta" userId="3a2c5561bb970755" providerId="LiveId" clId="{805E4DB1-705A-50E0-B424-A84FD78E91DA}" dt="2026-04-29T12:43:39.993" v="93" actId="20577"/>
        <pc:sldMkLst>
          <pc:docMk/>
          <pc:sldMk cId="2111536846" sldId="258"/>
        </pc:sldMkLst>
        <pc:spChg chg="mod">
          <ac:chgData name="Andrea Rachetta" userId="3a2c5561bb970755" providerId="LiveId" clId="{805E4DB1-705A-50E0-B424-A84FD78E91DA}" dt="2026-04-29T12:43:39.993" v="93" actId="20577"/>
          <ac:spMkLst>
            <pc:docMk/>
            <pc:sldMk cId="2111536846" sldId="258"/>
            <ac:spMk id="2" creationId="{7E22403F-4FA6-CFE5-C54F-6F5A852BAB75}"/>
          </ac:spMkLst>
        </pc:spChg>
      </pc:sldChg>
      <pc:sldChg chg="modSp mod ord">
        <pc:chgData name="Andrea Rachetta" userId="3a2c5561bb970755" providerId="LiveId" clId="{805E4DB1-705A-50E0-B424-A84FD78E91DA}" dt="2026-04-29T12:45:02.890" v="187" actId="1076"/>
        <pc:sldMkLst>
          <pc:docMk/>
          <pc:sldMk cId="888876577" sldId="259"/>
        </pc:sldMkLst>
        <pc:spChg chg="mod">
          <ac:chgData name="Andrea Rachetta" userId="3a2c5561bb970755" providerId="LiveId" clId="{805E4DB1-705A-50E0-B424-A84FD78E91DA}" dt="2026-04-29T12:45:02.890" v="187" actId="1076"/>
          <ac:spMkLst>
            <pc:docMk/>
            <pc:sldMk cId="888876577" sldId="259"/>
            <ac:spMk id="2" creationId="{E8B69B42-933F-E26B-0AFE-9CFF1D54F934}"/>
          </ac:spMkLst>
        </pc:spChg>
      </pc:sldChg>
      <pc:sldChg chg="modSp mod">
        <pc:chgData name="Andrea Rachetta" userId="3a2c5561bb970755" providerId="LiveId" clId="{805E4DB1-705A-50E0-B424-A84FD78E91DA}" dt="2026-04-29T12:43:02.111" v="59" actId="20577"/>
        <pc:sldMkLst>
          <pc:docMk/>
          <pc:sldMk cId="1631673763" sldId="260"/>
        </pc:sldMkLst>
        <pc:spChg chg="mod">
          <ac:chgData name="Andrea Rachetta" userId="3a2c5561bb970755" providerId="LiveId" clId="{805E4DB1-705A-50E0-B424-A84FD78E91DA}" dt="2026-04-29T12:43:02.111" v="59" actId="20577"/>
          <ac:spMkLst>
            <pc:docMk/>
            <pc:sldMk cId="1631673763" sldId="260"/>
            <ac:spMk id="2" creationId="{1481D37C-547D-23B1-608D-7884C336EE9A}"/>
          </ac:spMkLst>
        </pc:spChg>
      </pc:sldChg>
      <pc:sldChg chg="modSp mod">
        <pc:chgData name="Andrea Rachetta" userId="3a2c5561bb970755" providerId="LiveId" clId="{805E4DB1-705A-50E0-B424-A84FD78E91DA}" dt="2026-04-29T12:48:32.253" v="216" actId="313"/>
        <pc:sldMkLst>
          <pc:docMk/>
          <pc:sldMk cId="1945565775" sldId="261"/>
        </pc:sldMkLst>
        <pc:spChg chg="mod">
          <ac:chgData name="Andrea Rachetta" userId="3a2c5561bb970755" providerId="LiveId" clId="{805E4DB1-705A-50E0-B424-A84FD78E91DA}" dt="2026-04-29T12:48:32.253" v="216" actId="313"/>
          <ac:spMkLst>
            <pc:docMk/>
            <pc:sldMk cId="1945565775" sldId="261"/>
            <ac:spMk id="2" creationId="{A4102BEF-BA3C-582D-1978-BD9BD2F287B7}"/>
          </ac:spMkLst>
        </pc:spChg>
      </pc:sldChg>
      <pc:sldChg chg="addSp delSp modSp new mod">
        <pc:chgData name="Andrea Rachetta" userId="3a2c5561bb970755" providerId="LiveId" clId="{805E4DB1-705A-50E0-B424-A84FD78E91DA}" dt="2026-04-29T12:44:04.028" v="134" actId="20577"/>
        <pc:sldMkLst>
          <pc:docMk/>
          <pc:sldMk cId="4054707430" sldId="262"/>
        </pc:sldMkLst>
        <pc:spChg chg="mod">
          <ac:chgData name="Andrea Rachetta" userId="3a2c5561bb970755" providerId="LiveId" clId="{805E4DB1-705A-50E0-B424-A84FD78E91DA}" dt="2026-04-29T12:44:04.028" v="134" actId="20577"/>
          <ac:spMkLst>
            <pc:docMk/>
            <pc:sldMk cId="4054707430" sldId="262"/>
            <ac:spMk id="2" creationId="{AAD080F9-5649-387E-1C60-EE2F08914BC6}"/>
          </ac:spMkLst>
        </pc:spChg>
        <pc:picChg chg="add mod ord">
          <ac:chgData name="Andrea Rachetta" userId="3a2c5561bb970755" providerId="LiveId" clId="{805E4DB1-705A-50E0-B424-A84FD78E91DA}" dt="2026-04-19T20:47:12.688" v="4"/>
          <ac:picMkLst>
            <pc:docMk/>
            <pc:sldMk cId="4054707430" sldId="262"/>
            <ac:picMk id="5" creationId="{6A1D2131-A177-A732-2672-898FCE14A87E}"/>
          </ac:picMkLst>
        </pc:picChg>
      </pc:sldChg>
      <pc:sldChg chg="addSp modSp new mod">
        <pc:chgData name="Andrea Rachetta" userId="3a2c5561bb970755" providerId="LiveId" clId="{805E4DB1-705A-50E0-B424-A84FD78E91DA}" dt="2026-04-29T12:41:52.096" v="38" actId="1076"/>
        <pc:sldMkLst>
          <pc:docMk/>
          <pc:sldMk cId="3580087659" sldId="263"/>
        </pc:sldMkLst>
        <pc:spChg chg="add">
          <ac:chgData name="Andrea Rachetta" userId="3a2c5561bb970755" providerId="LiveId" clId="{805E4DB1-705A-50E0-B424-A84FD78E91DA}" dt="2026-04-29T12:41:48.012" v="36" actId="11529"/>
          <ac:spMkLst>
            <pc:docMk/>
            <pc:sldMk cId="3580087659" sldId="263"/>
            <ac:spMk id="5" creationId="{1B7A1922-B484-39D5-10F5-FB13C61CEADB}"/>
          </ac:spMkLst>
        </pc:spChg>
        <pc:picChg chg="add mod">
          <ac:chgData name="Andrea Rachetta" userId="3a2c5561bb970755" providerId="LiveId" clId="{805E4DB1-705A-50E0-B424-A84FD78E91DA}" dt="2026-04-29T12:41:52.096" v="38" actId="1076"/>
          <ac:picMkLst>
            <pc:docMk/>
            <pc:sldMk cId="3580087659" sldId="263"/>
            <ac:picMk id="4" creationId="{7E761FB9-B25E-6C6D-7851-25B8D217E4CD}"/>
          </ac:picMkLst>
        </pc:picChg>
      </pc:sldChg>
      <pc:sldChg chg="addSp delSp modSp new mod ord">
        <pc:chgData name="Andrea Rachetta" userId="3a2c5561bb970755" providerId="LiveId" clId="{805E4DB1-705A-50E0-B424-A84FD78E91DA}" dt="2026-04-19T20:48:35.729" v="35" actId="20578"/>
        <pc:sldMkLst>
          <pc:docMk/>
          <pc:sldMk cId="2516716902" sldId="264"/>
        </pc:sldMkLst>
        <pc:picChg chg="add mod">
          <ac:chgData name="Andrea Rachetta" userId="3a2c5561bb970755" providerId="LiveId" clId="{805E4DB1-705A-50E0-B424-A84FD78E91DA}" dt="2026-04-19T20:48:03.852" v="31" actId="14100"/>
          <ac:picMkLst>
            <pc:docMk/>
            <pc:sldMk cId="2516716902" sldId="264"/>
            <ac:picMk id="4" creationId="{D9155BE3-D6CF-651F-CFC5-322CACF331DE}"/>
          </ac:picMkLst>
        </pc:picChg>
      </pc:sldChg>
      <pc:sldChg chg="addSp modSp add mod">
        <pc:chgData name="Andrea Rachetta" userId="3a2c5561bb970755" providerId="LiveId" clId="{805E4DB1-705A-50E0-B424-A84FD78E91DA}" dt="2026-04-29T12:42:26.149" v="46" actId="14100"/>
        <pc:sldMkLst>
          <pc:docMk/>
          <pc:sldMk cId="2811397201" sldId="265"/>
        </pc:sldMkLst>
        <pc:spChg chg="add mod">
          <ac:chgData name="Andrea Rachetta" userId="3a2c5561bb970755" providerId="LiveId" clId="{805E4DB1-705A-50E0-B424-A84FD78E91DA}" dt="2026-04-29T12:42:26.149" v="46" actId="14100"/>
          <ac:spMkLst>
            <pc:docMk/>
            <pc:sldMk cId="2811397201" sldId="265"/>
            <ac:spMk id="6" creationId="{3137D656-58DC-0E69-3F15-159AC6D09D0D}"/>
          </ac:spMkLst>
        </pc:spChg>
        <pc:picChg chg="mod">
          <ac:chgData name="Andrea Rachetta" userId="3a2c5561bb970755" providerId="LiveId" clId="{805E4DB1-705A-50E0-B424-A84FD78E91DA}" dt="2026-04-29T12:42:02.008" v="41" actId="1076"/>
          <ac:picMkLst>
            <pc:docMk/>
            <pc:sldMk cId="2811397201" sldId="265"/>
            <ac:picMk id="4" creationId="{0670A29A-3060-11AA-2F36-371BF0D2009E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89DC32-7491-1800-9FAA-F2B6A8DF992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63793F5-F639-CCE1-95E2-44DD922566F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DDE3067-A0E0-7456-B1A2-75E9DA7673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D0FE31A-52EC-B677-FDF9-6DF7618098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7DF2A5CD-94B8-42C1-4AB3-8EE15BDA0F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3338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F389AAE-C658-A9A8-6906-5D6E2F04D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B0256B9A-6A0B-AC09-F5C9-9D30825F45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FC90F550-E6D0-E416-6DED-BEC70A108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161676-EA49-D979-9937-BF452592C3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84301BFD-01C1-1408-45FD-0452D069D1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4446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7A03A9-589C-D19D-94A9-6BB66E2C7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14D7F62E-3C32-EC28-6779-B10402FDE49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40661723-A1F0-035C-3682-144E7555B4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CE145CE-DEBD-1251-C30D-CE7BCEB127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F42C17-9E25-6B55-23EF-3CAE7715D7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3019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E2865CC-069D-FA70-ABF7-7156B27544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4B1B564-A28D-7913-C577-50D5AE2CCD0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1BB567-F2D4-5C0F-8164-08E4D905F2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E01D8672-4052-D2B1-9A32-AB8992BB52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1824C694-F234-705C-8056-EF78D3509B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51C7AA7-3275-B47D-9B01-D069EAF6CC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014862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81FD66D-6FD0-2DF4-CE32-D90D3C2D09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5D0CD19-92FC-05FF-EC21-F49FFA2F1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9FB0BDFA-A91B-2603-3131-E514827384E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A6A98D9F-D721-702B-06CF-D574BE3BA06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94A96AF4-2F47-1A18-7CB9-354A08B1BA9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9A71241-53C8-6052-11A4-4E7F6E572F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3E52D26-9ADD-5DA2-5111-5F56D1A5E9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3956C3A2-0335-BAC0-965E-875116F711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600908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9BE7F0D-96CB-A686-79F9-10CF30082E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8901BC8B-DDAA-4EFC-3BBC-2A2D259F8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7553B259-2C54-75FF-53EA-C72958D7BC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7E3BC3E0-7366-234D-3F41-C74C2BCC0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572652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147DD6D6-D28C-D8E7-7704-881C0ED2FB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16372B8-9BC1-1CA9-C90A-1E7FCFC6F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6D917D41-F075-BF19-ED2D-A96BC4648D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032758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7B707CC-16D3-161D-9878-B4E42F539C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AF60A09-A6CB-B36B-B6D3-6391A097A1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2E6A4DD0-4F5B-CA66-279C-FB21F6B98D3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ABD3D68D-4C6B-32CC-A9BD-40D5BD49C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564A1CF-AF60-1041-4F7C-11BC117FC1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ED9122FE-A8A5-044C-209E-3365FF256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7562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7654637-6E40-11B6-6370-F5261C57D4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5D001426-9005-9DF7-9B79-F117AEBBF35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624481FF-B21E-AD61-D082-43545E3B20F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61D1B549-5B4B-1490-07D7-EF71321AB8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0184B542-8849-D318-DAF6-A22C08F49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00777B1B-FD5B-7C02-A72A-C8DA579D0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027135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78721A-65DE-C36B-0FDB-88F5BD603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548CC942-87FE-8323-DB4D-19CCBE2F0D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1BD3E5DC-94D4-F6C0-2185-BEF27B9CD1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4768E2-99A4-1DE3-615D-EF953BF5AF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8ACA756-48C7-81D2-3549-8B6F5C6682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784871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5155060C-16C5-55E6-0C4A-81FAD8D116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24B27AC-1B0F-6DCC-DFF4-9D92A88C48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E1B50CDC-2C2E-C2A5-F7E1-D0BFF0035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0ECBDE8-1D25-791F-A9A6-583FCBCFF0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FEE6E16A-282A-A57C-B5AF-3D9C4D4C47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459750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0EC5E119-07CF-355F-8126-05F45D5A7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C7709190-2489-6DBB-63B1-2FA824AC42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3A448D4-BB71-3D7D-DDBA-8992FAA3F8E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C59BBC7-C3FE-6F46-81C6-68B466A8D980}" type="datetimeFigureOut">
              <a:rPr lang="de-DE" smtClean="0"/>
              <a:t>29.04.26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94213BF-C61A-F6C8-E2B4-E67BEB9922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B5BD8374-47D1-A654-1FF3-9BF2C7A94B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4B17F10-91E9-7046-B5C7-2DF5E0BCD39F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0698806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5F6E05C-72BD-D001-461A-E93C5149937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de-DE" dirty="0" err="1"/>
              <a:t>Good</a:t>
            </a:r>
            <a:r>
              <a:rPr lang="de-DE" dirty="0"/>
              <a:t> Charts, Bad Charts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264A80C1-328A-7376-4B20-9253EB12C3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139208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CC99DA-E03B-73D9-CD2C-2F1F6C3D25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4197E88-0D07-A596-DE12-E9BD007A3A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7E761FB9-B25E-6C6D-7851-25B8D217E4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545"/>
            <a:ext cx="10223466" cy="6719455"/>
          </a:xfrm>
          <a:prstGeom prst="rect">
            <a:avLst/>
          </a:prstGeom>
        </p:spPr>
      </p:pic>
      <p:sp>
        <p:nvSpPr>
          <p:cNvPr id="5" name="Ring 4">
            <a:extLst>
              <a:ext uri="{FF2B5EF4-FFF2-40B4-BE49-F238E27FC236}">
                <a16:creationId xmlns:a16="http://schemas.microsoft.com/office/drawing/2014/main" id="{1B7A1922-B484-39D5-10F5-FB13C61CEADB}"/>
              </a:ext>
            </a:extLst>
          </p:cNvPr>
          <p:cNvSpPr/>
          <p:nvPr/>
        </p:nvSpPr>
        <p:spPr>
          <a:xfrm>
            <a:off x="4750420" y="4627756"/>
            <a:ext cx="1103970" cy="624468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8008765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115C89-7603-6859-633C-C154E72928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C523C13-E58D-C612-65A7-4EB8B8FD69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5CA85CBA-0194-D8E6-A1F0-9368637A7E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0670A29A-3060-11AA-2F36-371BF0D200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8200" y="138545"/>
            <a:ext cx="10223466" cy="6719455"/>
          </a:xfrm>
          <a:prstGeom prst="rect">
            <a:avLst/>
          </a:prstGeom>
        </p:spPr>
      </p:pic>
      <p:sp>
        <p:nvSpPr>
          <p:cNvPr id="5" name="Ring 4">
            <a:extLst>
              <a:ext uri="{FF2B5EF4-FFF2-40B4-BE49-F238E27FC236}">
                <a16:creationId xmlns:a16="http://schemas.microsoft.com/office/drawing/2014/main" id="{E626146B-34B7-8711-266F-6DDD69CBF32B}"/>
              </a:ext>
            </a:extLst>
          </p:cNvPr>
          <p:cNvSpPr/>
          <p:nvPr/>
        </p:nvSpPr>
        <p:spPr>
          <a:xfrm>
            <a:off x="4750420" y="4627756"/>
            <a:ext cx="1103970" cy="624468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  <p:sp>
        <p:nvSpPr>
          <p:cNvPr id="6" name="Ring 5">
            <a:extLst>
              <a:ext uri="{FF2B5EF4-FFF2-40B4-BE49-F238E27FC236}">
                <a16:creationId xmlns:a16="http://schemas.microsoft.com/office/drawing/2014/main" id="{3137D656-58DC-0E69-3F15-159AC6D09D0D}"/>
              </a:ext>
            </a:extLst>
          </p:cNvPr>
          <p:cNvSpPr/>
          <p:nvPr/>
        </p:nvSpPr>
        <p:spPr>
          <a:xfrm>
            <a:off x="6096000" y="4544122"/>
            <a:ext cx="1051931" cy="708102"/>
          </a:xfrm>
          <a:prstGeom prst="don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1397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8B69B42-933F-E26B-0AFE-9CFF1D54F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093" y="376277"/>
            <a:ext cx="11353800" cy="1325563"/>
          </a:xfrm>
        </p:spPr>
        <p:txBody>
          <a:bodyPr/>
          <a:lstStyle/>
          <a:p>
            <a:r>
              <a:rPr lang="de-DE" dirty="0"/>
              <a:t>Color </a:t>
            </a:r>
            <a:r>
              <a:rPr lang="de-DE" dirty="0" err="1"/>
              <a:t>is</a:t>
            </a:r>
            <a:r>
              <a:rPr lang="de-DE" dirty="0"/>
              <a:t> </a:t>
            </a:r>
            <a:r>
              <a:rPr lang="de-DE" dirty="0" err="1"/>
              <a:t>enough</a:t>
            </a:r>
            <a:r>
              <a:rPr lang="de-DE" dirty="0"/>
              <a:t> </a:t>
            </a:r>
            <a:r>
              <a:rPr lang="de-DE" dirty="0" err="1"/>
              <a:t>to</a:t>
            </a:r>
            <a:r>
              <a:rPr lang="de-DE" dirty="0"/>
              <a:t> </a:t>
            </a:r>
            <a:r>
              <a:rPr lang="de-DE" dirty="0" err="1"/>
              <a:t>decode</a:t>
            </a:r>
            <a:r>
              <a:rPr lang="de-DE" dirty="0"/>
              <a:t> „</a:t>
            </a:r>
            <a:r>
              <a:rPr lang="de-DE" dirty="0" err="1"/>
              <a:t>causes</a:t>
            </a:r>
            <a:r>
              <a:rPr lang="de-DE" dirty="0"/>
              <a:t>“ on </a:t>
            </a:r>
            <a:r>
              <a:rPr lang="de-DE" dirty="0" err="1"/>
              <a:t>the</a:t>
            </a:r>
            <a:r>
              <a:rPr lang="de-DE" dirty="0"/>
              <a:t> legend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5CF0F172-1003-D7F7-F059-122A065992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947873" y="1825625"/>
            <a:ext cx="6296254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888765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AD080F9-5649-387E-1C60-EE2F08914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Legend, and </a:t>
            </a:r>
            <a:r>
              <a:rPr lang="de-DE" dirty="0" err="1"/>
              <a:t>text</a:t>
            </a:r>
            <a:r>
              <a:rPr lang="de-DE" dirty="0"/>
              <a:t>, </a:t>
            </a:r>
            <a:r>
              <a:rPr lang="de-DE" dirty="0" err="1"/>
              <a:t>near</a:t>
            </a:r>
            <a:r>
              <a:rPr lang="de-DE" dirty="0"/>
              <a:t> </a:t>
            </a:r>
            <a:r>
              <a:rPr lang="de-DE" dirty="0" err="1"/>
              <a:t>the</a:t>
            </a:r>
            <a:r>
              <a:rPr lang="de-DE" dirty="0"/>
              <a:t> </a:t>
            </a:r>
            <a:r>
              <a:rPr lang="de-DE" dirty="0" err="1"/>
              <a:t>elements</a:t>
            </a:r>
            <a:endParaRPr lang="de-DE" dirty="0"/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6A1D2131-A177-A732-2672-898FCE14A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2012592"/>
            <a:ext cx="10515600" cy="397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4707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05F6B13-55ED-556D-FCC4-E8BDCC6B4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de-DE"/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D9155BE3-D6CF-651F-CFC5-322CACF331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13810" y="623453"/>
            <a:ext cx="10736610" cy="5250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67169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E22403F-4FA6-CFE5-C54F-6F5A852BA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Explanatory</a:t>
            </a:r>
            <a:r>
              <a:rPr lang="de-DE" dirty="0"/>
              <a:t> Plots</a:t>
            </a:r>
          </a:p>
        </p:txBody>
      </p:sp>
      <p:pic>
        <p:nvPicPr>
          <p:cNvPr id="4" name="Inhaltsplatzhalter 3">
            <a:extLst>
              <a:ext uri="{FF2B5EF4-FFF2-40B4-BE49-F238E27FC236}">
                <a16:creationId xmlns:a16="http://schemas.microsoft.com/office/drawing/2014/main" id="{9E4B19E3-7B83-A3B0-455F-BF87D3219C3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073889" y="1825625"/>
            <a:ext cx="60442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5368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D163EE9-1C54-8ABB-5373-78CD1F562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 err="1"/>
              <a:t>Grouped</a:t>
            </a:r>
            <a:r>
              <a:rPr lang="de-DE" dirty="0"/>
              <a:t> Bar Chart</a:t>
            </a:r>
          </a:p>
        </p:txBody>
      </p:sp>
      <p:pic>
        <p:nvPicPr>
          <p:cNvPr id="11" name="Grafik 10">
            <a:extLst>
              <a:ext uri="{FF2B5EF4-FFF2-40B4-BE49-F238E27FC236}">
                <a16:creationId xmlns:a16="http://schemas.microsoft.com/office/drawing/2014/main" id="{0FAAEDF8-9F93-5AEE-4ACC-8BC3A7DB91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51464" y="1312863"/>
            <a:ext cx="6985000" cy="4864100"/>
          </a:xfrm>
          <a:prstGeom prst="rect">
            <a:avLst/>
          </a:prstGeom>
        </p:spPr>
      </p:pic>
      <p:sp>
        <p:nvSpPr>
          <p:cNvPr id="13" name="Inhaltsplatzhalter 12">
            <a:extLst>
              <a:ext uri="{FF2B5EF4-FFF2-40B4-BE49-F238E27FC236}">
                <a16:creationId xmlns:a16="http://schemas.microsoft.com/office/drawing/2014/main" id="{DFA50E79-258D-E3EC-588E-B8C41D4F8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30242518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4102BEF-BA3C-582D-1978-BD9BD2F287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„Bad“</a:t>
            </a:r>
          </a:p>
        </p:txBody>
      </p:sp>
      <p:pic>
        <p:nvPicPr>
          <p:cNvPr id="5" name="Inhaltsplatzhalter 4">
            <a:extLst>
              <a:ext uri="{FF2B5EF4-FFF2-40B4-BE49-F238E27FC236}">
                <a16:creationId xmlns:a16="http://schemas.microsoft.com/office/drawing/2014/main" id="{E34C75E9-03EA-0F14-0F5D-5AEA80059BC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753388" y="365125"/>
            <a:ext cx="8057612" cy="62613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556577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481D37C-547D-23B1-608D-7884C336EE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Better</a:t>
            </a:r>
          </a:p>
        </p:txBody>
      </p:sp>
      <p:pic>
        <p:nvPicPr>
          <p:cNvPr id="4" name="Inhaltsplatzhalter 4">
            <a:extLst>
              <a:ext uri="{FF2B5EF4-FFF2-40B4-BE49-F238E27FC236}">
                <a16:creationId xmlns:a16="http://schemas.microsoft.com/office/drawing/2014/main" id="{D7454B50-5726-871B-555C-8EEF0D16855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20089" y="1906307"/>
            <a:ext cx="795182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6737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</Words>
  <Application>Microsoft Macintosh PowerPoint</Application>
  <PresentationFormat>Breitbild</PresentationFormat>
  <Paragraphs>7</Paragraphs>
  <Slides>10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</vt:lpstr>
      <vt:lpstr>Good Charts, Bad Charts</vt:lpstr>
      <vt:lpstr>PowerPoint-Präsentation</vt:lpstr>
      <vt:lpstr>PowerPoint-Präsentation</vt:lpstr>
      <vt:lpstr>Color is enough to decode „causes“ on the legend</vt:lpstr>
      <vt:lpstr>Legend, and text, near the elements</vt:lpstr>
      <vt:lpstr>PowerPoint-Präsentation</vt:lpstr>
      <vt:lpstr>Explanatory Plots</vt:lpstr>
      <vt:lpstr>Grouped Bar Chart</vt:lpstr>
      <vt:lpstr>„Bad“</vt:lpstr>
      <vt:lpstr>Better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Andrea Rachetta</dc:creator>
  <cp:lastModifiedBy>Andrea Rachetta</cp:lastModifiedBy>
  <cp:revision>1</cp:revision>
  <dcterms:created xsi:type="dcterms:W3CDTF">2026-04-19T18:14:24Z</dcterms:created>
  <dcterms:modified xsi:type="dcterms:W3CDTF">2026-04-29T12:48:41Z</dcterms:modified>
</cp:coreProperties>
</file>